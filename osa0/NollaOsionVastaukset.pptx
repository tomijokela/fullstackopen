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4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6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1DCE2B5A-B800-8009-FE76-EEE1C322FD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6711CB0D-6E25-D392-C7EF-74193C8E28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i-FI"/>
              <a:t>Muokkaa alaotsikon perustyyliä napsautt.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F2B0919B-D28B-9D1C-C1C2-F31CD40A5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E344E-2B5A-4D29-9F9C-4168BEC2657C}" type="datetimeFigureOut">
              <a:rPr lang="fi-FI" smtClean="0"/>
              <a:t>28.4.2026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FE3A2F98-3AB7-8CBC-F9BB-228C05BF8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13339E26-51EA-51FC-D643-97C2D055E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E916B-D867-4BA6-9930-4C94C608D6DA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261417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08DA2789-2CAF-5296-DC7F-F1C1B4E3E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9C1EBD6F-EB1E-07FB-C98F-63EFCE325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DDAEB8D4-C0DF-C8DD-333E-7BA46661E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E344E-2B5A-4D29-9F9C-4168BEC2657C}" type="datetimeFigureOut">
              <a:rPr lang="fi-FI" smtClean="0"/>
              <a:t>28.4.2026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E73C8DF9-CB96-CD31-41F5-2242B61DB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5845BC71-EE62-A0DE-A31C-EA88D5A3B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E916B-D867-4BA6-9930-4C94C608D6DA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506426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an ylätunn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F375599E-5F85-91C1-3824-9B7A8F7B2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F5D595EC-FD73-DEFB-5CB3-D6D6EEC16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B6682C93-B7A5-44BF-393F-98B076426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E344E-2B5A-4D29-9F9C-4168BEC2657C}" type="datetimeFigureOut">
              <a:rPr lang="fi-FI" smtClean="0"/>
              <a:t>28.4.2026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63391C86-B4BE-52F2-A916-A3753098B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EA5ABEAB-CD2E-1341-8679-E763B4490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E916B-D867-4BA6-9930-4C94C608D6DA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29230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AD054AF6-3E48-EF2A-73F1-38D8152E1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7B4E4FDE-3ABC-E7D9-8612-AE2F308140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F205A0FC-C6B8-0C95-1C72-3E86F619E0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E9050088-D946-FB78-8668-ECC230CB3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E344E-2B5A-4D29-9F9C-4168BEC2657C}" type="datetimeFigureOut">
              <a:rPr lang="fi-FI" smtClean="0"/>
              <a:t>28.4.2026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EC005EFA-ADB3-83C4-D2FE-292D90802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F0475C2C-37CA-D3CC-C911-30D21CDB7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E916B-D867-4BA6-9930-4C94C608D6DA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068794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604A9B5E-7BD8-CA40-5270-98628DA04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41FC9644-92E9-6E0C-D4E6-CA86B5421D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D44469E7-E6C1-57B6-20AA-449F307B3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Tekstin paikkamerkki 4">
            <a:extLst>
              <a:ext uri="{FF2B5EF4-FFF2-40B4-BE49-F238E27FC236}">
                <a16:creationId xmlns:a16="http://schemas.microsoft.com/office/drawing/2014/main" id="{B66DA666-48F0-7AE1-DF51-F907C2CD73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6" name="Sisällön paikkamerkki 5">
            <a:extLst>
              <a:ext uri="{FF2B5EF4-FFF2-40B4-BE49-F238E27FC236}">
                <a16:creationId xmlns:a16="http://schemas.microsoft.com/office/drawing/2014/main" id="{68DD027C-A37E-1BE7-0937-74B775132E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7" name="Päivämäärän paikkamerkki 6">
            <a:extLst>
              <a:ext uri="{FF2B5EF4-FFF2-40B4-BE49-F238E27FC236}">
                <a16:creationId xmlns:a16="http://schemas.microsoft.com/office/drawing/2014/main" id="{EE1BE05E-520F-5E15-1F90-412A65832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E344E-2B5A-4D29-9F9C-4168BEC2657C}" type="datetimeFigureOut">
              <a:rPr lang="fi-FI" smtClean="0"/>
              <a:t>28.4.2026</a:t>
            </a:fld>
            <a:endParaRPr lang="fi-FI"/>
          </a:p>
        </p:txBody>
      </p:sp>
      <p:sp>
        <p:nvSpPr>
          <p:cNvPr id="8" name="Alatunnisteen paikkamerkki 7">
            <a:extLst>
              <a:ext uri="{FF2B5EF4-FFF2-40B4-BE49-F238E27FC236}">
                <a16:creationId xmlns:a16="http://schemas.microsoft.com/office/drawing/2014/main" id="{C19B6143-5439-7D32-1871-5769C2BDA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9" name="Dian numeron paikkamerkki 8">
            <a:extLst>
              <a:ext uri="{FF2B5EF4-FFF2-40B4-BE49-F238E27FC236}">
                <a16:creationId xmlns:a16="http://schemas.microsoft.com/office/drawing/2014/main" id="{7B5EC457-C824-8BE6-C734-98B7C6941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E916B-D867-4BA6-9930-4C94C608D6DA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494347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6032668E-6F97-94BA-48AD-DAD895241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äivämäärän paikkamerkki 2">
            <a:extLst>
              <a:ext uri="{FF2B5EF4-FFF2-40B4-BE49-F238E27FC236}">
                <a16:creationId xmlns:a16="http://schemas.microsoft.com/office/drawing/2014/main" id="{F801C6A7-6330-EF64-1AFE-4C2C7791B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E344E-2B5A-4D29-9F9C-4168BEC2657C}" type="datetimeFigureOut">
              <a:rPr lang="fi-FI" smtClean="0"/>
              <a:t>28.4.2026</a:t>
            </a:fld>
            <a:endParaRPr lang="fi-FI"/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F4E62100-41FD-80E4-ACA4-8EE401B38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5" name="Dian numeron paikkamerkki 4">
            <a:extLst>
              <a:ext uri="{FF2B5EF4-FFF2-40B4-BE49-F238E27FC236}">
                <a16:creationId xmlns:a16="http://schemas.microsoft.com/office/drawing/2014/main" id="{1B67BE0C-89BC-2F6F-39AD-1AF3D2E8B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E916B-D867-4BA6-9930-4C94C608D6DA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920402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>
            <a:extLst>
              <a:ext uri="{FF2B5EF4-FFF2-40B4-BE49-F238E27FC236}">
                <a16:creationId xmlns:a16="http://schemas.microsoft.com/office/drawing/2014/main" id="{6805C3E6-70E8-264D-3500-5E7334B82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E344E-2B5A-4D29-9F9C-4168BEC2657C}" type="datetimeFigureOut">
              <a:rPr lang="fi-FI" smtClean="0"/>
              <a:t>28.4.2026</a:t>
            </a:fld>
            <a:endParaRPr lang="fi-FI"/>
          </a:p>
        </p:txBody>
      </p:sp>
      <p:sp>
        <p:nvSpPr>
          <p:cNvPr id="3" name="Alatunnisteen paikkamerkki 2">
            <a:extLst>
              <a:ext uri="{FF2B5EF4-FFF2-40B4-BE49-F238E27FC236}">
                <a16:creationId xmlns:a16="http://schemas.microsoft.com/office/drawing/2014/main" id="{7651B5D1-5CE0-3D23-2067-D3FE870CD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272E0C7E-B945-8D4C-889C-99D1BEE02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E916B-D867-4BA6-9930-4C94C608D6DA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513669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Kuvatekstillinen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B29AA7F6-9F70-BCB5-42F1-8192E515B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58E7E6D1-D548-0FD8-39E7-19EA2BDFD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Tekstin paikkamerkki 3">
            <a:extLst>
              <a:ext uri="{FF2B5EF4-FFF2-40B4-BE49-F238E27FC236}">
                <a16:creationId xmlns:a16="http://schemas.microsoft.com/office/drawing/2014/main" id="{3E321679-C791-391E-3502-C0B503F8D2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838074B8-22BF-BB65-8056-50A56AB7B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E344E-2B5A-4D29-9F9C-4168BEC2657C}" type="datetimeFigureOut">
              <a:rPr lang="fi-FI" smtClean="0"/>
              <a:t>28.4.2026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3AEA0F40-11D4-AB31-FE85-ECA8FB9BF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28A05926-9E19-91B6-8569-0D4B2D105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E916B-D867-4BA6-9930-4C94C608D6DA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851059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uvatekstillinen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CC2D9B33-0290-B285-6C87-FBE1EF15E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Kuvan paikkamerkki 2">
            <a:extLst>
              <a:ext uri="{FF2B5EF4-FFF2-40B4-BE49-F238E27FC236}">
                <a16:creationId xmlns:a16="http://schemas.microsoft.com/office/drawing/2014/main" id="{6CDF1C63-91A7-8444-F12B-C3515D55B9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i-FI"/>
          </a:p>
        </p:txBody>
      </p:sp>
      <p:sp>
        <p:nvSpPr>
          <p:cNvPr id="4" name="Tekstin paikkamerkki 3">
            <a:extLst>
              <a:ext uri="{FF2B5EF4-FFF2-40B4-BE49-F238E27FC236}">
                <a16:creationId xmlns:a16="http://schemas.microsoft.com/office/drawing/2014/main" id="{9E98BD4D-EA0F-3C5C-8FA2-BC0F1FB5A7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CE4C537F-7DEA-FB05-F1A9-9965CA7AB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E344E-2B5A-4D29-9F9C-4168BEC2657C}" type="datetimeFigureOut">
              <a:rPr lang="fi-FI" smtClean="0"/>
              <a:t>28.4.2026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74E48462-769B-8D61-949F-3A4225EA1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07B3A308-E59E-66ED-6919-FF15D9497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E916B-D867-4BA6-9930-4C94C608D6DA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694736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tsikko ja pystysuor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A0CDBDF6-D1DB-4547-8FE8-7F2BEE223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ystysuoran tekstin paikkamerkki 2">
            <a:extLst>
              <a:ext uri="{FF2B5EF4-FFF2-40B4-BE49-F238E27FC236}">
                <a16:creationId xmlns:a16="http://schemas.microsoft.com/office/drawing/2014/main" id="{7678964F-7ADF-F250-A85B-074C4E16DF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1BD3C742-8CBA-7644-F223-D54DA7072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E344E-2B5A-4D29-9F9C-4168BEC2657C}" type="datetimeFigureOut">
              <a:rPr lang="fi-FI" smtClean="0"/>
              <a:t>28.4.2026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57D3900C-15EB-518D-132E-903412FE5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7DF8E7E4-5BD3-599A-D912-21CEB64D7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E916B-D867-4BA6-9930-4C94C608D6DA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523121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Pystysuora otsikko j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ystysuora otsikko 1">
            <a:extLst>
              <a:ext uri="{FF2B5EF4-FFF2-40B4-BE49-F238E27FC236}">
                <a16:creationId xmlns:a16="http://schemas.microsoft.com/office/drawing/2014/main" id="{E06E93A7-99ED-94DE-333C-44908B4B64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ystysuoran tekstin paikkamerkki 2">
            <a:extLst>
              <a:ext uri="{FF2B5EF4-FFF2-40B4-BE49-F238E27FC236}">
                <a16:creationId xmlns:a16="http://schemas.microsoft.com/office/drawing/2014/main" id="{BB9208F1-AD3C-8B25-BF48-B31577AFF1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CAA319D5-EDEF-5EB6-C2FC-02E6711C3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E344E-2B5A-4D29-9F9C-4168BEC2657C}" type="datetimeFigureOut">
              <a:rPr lang="fi-FI" smtClean="0"/>
              <a:t>28.4.2026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A53A4AEE-F718-85FB-BC90-30A988CFB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70382575-9E8A-838F-C261-99DED5650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E916B-D867-4BA6-9930-4C94C608D6DA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132786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on paikkamerkki 1">
            <a:extLst>
              <a:ext uri="{FF2B5EF4-FFF2-40B4-BE49-F238E27FC236}">
                <a16:creationId xmlns:a16="http://schemas.microsoft.com/office/drawing/2014/main" id="{29DBFA48-FBEF-3099-C446-8AA1F8304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75B79D80-D80B-45C0-BEB9-22EDC1CC23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5786F2BF-D447-4844-E53B-638E3E78E5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8E344E-2B5A-4D29-9F9C-4168BEC2657C}" type="datetimeFigureOut">
              <a:rPr lang="fi-FI" smtClean="0"/>
              <a:t>28.4.2026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0113C32D-36AE-396E-A09F-47F6F171A1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F2BB12BA-E6FD-A4DB-DE7C-4DB00FBC7B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CE916B-D867-4BA6-9930-4C94C608D6DA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540645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orakulmio 3">
            <a:extLst>
              <a:ext uri="{FF2B5EF4-FFF2-40B4-BE49-F238E27FC236}">
                <a16:creationId xmlns:a16="http://schemas.microsoft.com/office/drawing/2014/main" id="{371618AA-DECD-7B75-639E-4490199FC275}"/>
              </a:ext>
            </a:extLst>
          </p:cNvPr>
          <p:cNvSpPr/>
          <p:nvPr/>
        </p:nvSpPr>
        <p:spPr>
          <a:xfrm>
            <a:off x="2421386" y="142405"/>
            <a:ext cx="1439693" cy="5252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5" name="Suorakulmio 4">
            <a:extLst>
              <a:ext uri="{FF2B5EF4-FFF2-40B4-BE49-F238E27FC236}">
                <a16:creationId xmlns:a16="http://schemas.microsoft.com/office/drawing/2014/main" id="{3A992BB3-4B1A-2C45-FCCB-2E102885E4D3}"/>
              </a:ext>
            </a:extLst>
          </p:cNvPr>
          <p:cNvSpPr/>
          <p:nvPr/>
        </p:nvSpPr>
        <p:spPr>
          <a:xfrm>
            <a:off x="6267490" y="155710"/>
            <a:ext cx="1439693" cy="5252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6" name="Tekstiruutu 5">
            <a:extLst>
              <a:ext uri="{FF2B5EF4-FFF2-40B4-BE49-F238E27FC236}">
                <a16:creationId xmlns:a16="http://schemas.microsoft.com/office/drawing/2014/main" id="{6D2E5EE9-E3B5-3F76-451D-74CE4429A7A0}"/>
              </a:ext>
            </a:extLst>
          </p:cNvPr>
          <p:cNvSpPr txBox="1"/>
          <p:nvPr/>
        </p:nvSpPr>
        <p:spPr>
          <a:xfrm>
            <a:off x="2592371" y="174564"/>
            <a:ext cx="1112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/>
              <a:t>Selain</a:t>
            </a:r>
          </a:p>
        </p:txBody>
      </p:sp>
      <p:sp>
        <p:nvSpPr>
          <p:cNvPr id="7" name="Tekstiruutu 6">
            <a:extLst>
              <a:ext uri="{FF2B5EF4-FFF2-40B4-BE49-F238E27FC236}">
                <a16:creationId xmlns:a16="http://schemas.microsoft.com/office/drawing/2014/main" id="{EAAEAA87-7D55-CD1F-4825-36E94C65F40A}"/>
              </a:ext>
            </a:extLst>
          </p:cNvPr>
          <p:cNvSpPr txBox="1"/>
          <p:nvPr/>
        </p:nvSpPr>
        <p:spPr>
          <a:xfrm>
            <a:off x="6594820" y="233690"/>
            <a:ext cx="1112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/>
              <a:t>Palvelin</a:t>
            </a:r>
          </a:p>
        </p:txBody>
      </p:sp>
      <p:cxnSp>
        <p:nvCxnSpPr>
          <p:cNvPr id="9" name="Suora yhdysviiva 8">
            <a:extLst>
              <a:ext uri="{FF2B5EF4-FFF2-40B4-BE49-F238E27FC236}">
                <a16:creationId xmlns:a16="http://schemas.microsoft.com/office/drawing/2014/main" id="{2028596C-91CD-F7D5-C7DE-468EC466FD46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3141232" y="667698"/>
            <a:ext cx="1" cy="58745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uora yhdysviiva 10">
            <a:extLst>
              <a:ext uri="{FF2B5EF4-FFF2-40B4-BE49-F238E27FC236}">
                <a16:creationId xmlns:a16="http://schemas.microsoft.com/office/drawing/2014/main" id="{05EDF98F-7703-497C-B3F8-7DDE868DEEB5}"/>
              </a:ext>
            </a:extLst>
          </p:cNvPr>
          <p:cNvCxnSpPr>
            <a:cxnSpLocks/>
          </p:cNvCxnSpPr>
          <p:nvPr/>
        </p:nvCxnSpPr>
        <p:spPr>
          <a:xfrm flipH="1">
            <a:off x="6987336" y="667698"/>
            <a:ext cx="1" cy="58745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uora nuoliyhdysviiva 12">
            <a:extLst>
              <a:ext uri="{FF2B5EF4-FFF2-40B4-BE49-F238E27FC236}">
                <a16:creationId xmlns:a16="http://schemas.microsoft.com/office/drawing/2014/main" id="{4B3272E5-53B8-B37F-6300-1A2F8EDC415D}"/>
              </a:ext>
            </a:extLst>
          </p:cNvPr>
          <p:cNvCxnSpPr/>
          <p:nvPr/>
        </p:nvCxnSpPr>
        <p:spPr>
          <a:xfrm>
            <a:off x="3141232" y="1649691"/>
            <a:ext cx="38461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uora nuoliyhdysviiva 14">
            <a:extLst>
              <a:ext uri="{FF2B5EF4-FFF2-40B4-BE49-F238E27FC236}">
                <a16:creationId xmlns:a16="http://schemas.microsoft.com/office/drawing/2014/main" id="{082CAEBD-8D21-1D4E-B37C-9C717E42FE14}"/>
              </a:ext>
            </a:extLst>
          </p:cNvPr>
          <p:cNvCxnSpPr/>
          <p:nvPr/>
        </p:nvCxnSpPr>
        <p:spPr>
          <a:xfrm>
            <a:off x="3148552" y="3227110"/>
            <a:ext cx="38461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uora nuoliyhdysviiva 15">
            <a:extLst>
              <a:ext uri="{FF2B5EF4-FFF2-40B4-BE49-F238E27FC236}">
                <a16:creationId xmlns:a16="http://schemas.microsoft.com/office/drawing/2014/main" id="{5BEB364B-7AF4-ED08-15CC-5BA7FC2E9199}"/>
              </a:ext>
            </a:extLst>
          </p:cNvPr>
          <p:cNvCxnSpPr/>
          <p:nvPr/>
        </p:nvCxnSpPr>
        <p:spPr>
          <a:xfrm>
            <a:off x="3148552" y="4180788"/>
            <a:ext cx="38461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uora nuoliyhdysviiva 16">
            <a:extLst>
              <a:ext uri="{FF2B5EF4-FFF2-40B4-BE49-F238E27FC236}">
                <a16:creationId xmlns:a16="http://schemas.microsoft.com/office/drawing/2014/main" id="{9E8E7838-1E82-CE6A-CB15-B5AB2C3F9275}"/>
              </a:ext>
            </a:extLst>
          </p:cNvPr>
          <p:cNvCxnSpPr/>
          <p:nvPr/>
        </p:nvCxnSpPr>
        <p:spPr>
          <a:xfrm>
            <a:off x="3141232" y="5134466"/>
            <a:ext cx="38461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kstiruutu 17">
            <a:extLst>
              <a:ext uri="{FF2B5EF4-FFF2-40B4-BE49-F238E27FC236}">
                <a16:creationId xmlns:a16="http://schemas.microsoft.com/office/drawing/2014/main" id="{6A1C9B11-6927-3288-5D29-4DD98067783A}"/>
              </a:ext>
            </a:extLst>
          </p:cNvPr>
          <p:cNvSpPr txBox="1"/>
          <p:nvPr/>
        </p:nvSpPr>
        <p:spPr>
          <a:xfrm>
            <a:off x="3563331" y="961534"/>
            <a:ext cx="3416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200" dirty="0"/>
              <a:t>Käyttäjä kirjoittaa tekstin ja painaa ”</a:t>
            </a:r>
            <a:r>
              <a:rPr lang="fi-FI" sz="1200" dirty="0" err="1"/>
              <a:t>Save</a:t>
            </a:r>
            <a:r>
              <a:rPr lang="fi-FI" sz="1200" dirty="0"/>
              <a:t>”</a:t>
            </a:r>
          </a:p>
        </p:txBody>
      </p:sp>
      <p:sp>
        <p:nvSpPr>
          <p:cNvPr id="19" name="Suorakulmio 18">
            <a:extLst>
              <a:ext uri="{FF2B5EF4-FFF2-40B4-BE49-F238E27FC236}">
                <a16:creationId xmlns:a16="http://schemas.microsoft.com/office/drawing/2014/main" id="{0BB8F65F-BF87-149C-A307-159D37163E9C}"/>
              </a:ext>
            </a:extLst>
          </p:cNvPr>
          <p:cNvSpPr/>
          <p:nvPr/>
        </p:nvSpPr>
        <p:spPr>
          <a:xfrm>
            <a:off x="229254" y="174564"/>
            <a:ext cx="1439693" cy="5252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20" name="Tekstiruutu 19">
            <a:extLst>
              <a:ext uri="{FF2B5EF4-FFF2-40B4-BE49-F238E27FC236}">
                <a16:creationId xmlns:a16="http://schemas.microsoft.com/office/drawing/2014/main" id="{F8953C81-BD75-013C-FFF9-E1A9F72E8FB9}"/>
              </a:ext>
            </a:extLst>
          </p:cNvPr>
          <p:cNvSpPr txBox="1"/>
          <p:nvPr/>
        </p:nvSpPr>
        <p:spPr>
          <a:xfrm>
            <a:off x="400239" y="206723"/>
            <a:ext cx="1112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/>
              <a:t>0.4</a:t>
            </a:r>
          </a:p>
        </p:txBody>
      </p:sp>
      <p:sp>
        <p:nvSpPr>
          <p:cNvPr id="21" name="Tekstiruutu 20">
            <a:extLst>
              <a:ext uri="{FF2B5EF4-FFF2-40B4-BE49-F238E27FC236}">
                <a16:creationId xmlns:a16="http://schemas.microsoft.com/office/drawing/2014/main" id="{A367785B-71F7-8E33-2072-57F23779EAD6}"/>
              </a:ext>
            </a:extLst>
          </p:cNvPr>
          <p:cNvSpPr txBox="1"/>
          <p:nvPr/>
        </p:nvSpPr>
        <p:spPr>
          <a:xfrm>
            <a:off x="3406986" y="1330474"/>
            <a:ext cx="34166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000" dirty="0"/>
              <a:t>POST https://studies.cs.helsinki.fi/exampleapp/new_note</a:t>
            </a:r>
          </a:p>
        </p:txBody>
      </p:sp>
      <p:cxnSp>
        <p:nvCxnSpPr>
          <p:cNvPr id="23" name="Suora nuoliyhdysviiva 22">
            <a:extLst>
              <a:ext uri="{FF2B5EF4-FFF2-40B4-BE49-F238E27FC236}">
                <a16:creationId xmlns:a16="http://schemas.microsoft.com/office/drawing/2014/main" id="{02A49EEB-C74D-7EB6-D081-54D6B6D27210}"/>
              </a:ext>
            </a:extLst>
          </p:cNvPr>
          <p:cNvCxnSpPr>
            <a:cxnSpLocks/>
          </p:cNvCxnSpPr>
          <p:nvPr/>
        </p:nvCxnSpPr>
        <p:spPr>
          <a:xfrm flipH="1" flipV="1">
            <a:off x="3133912" y="2074689"/>
            <a:ext cx="3831464" cy="172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uora nuoliyhdysviiva 24">
            <a:extLst>
              <a:ext uri="{FF2B5EF4-FFF2-40B4-BE49-F238E27FC236}">
                <a16:creationId xmlns:a16="http://schemas.microsoft.com/office/drawing/2014/main" id="{7DE57C04-CABB-3766-320A-CC43A66C8561}"/>
              </a:ext>
            </a:extLst>
          </p:cNvPr>
          <p:cNvCxnSpPr>
            <a:cxnSpLocks/>
          </p:cNvCxnSpPr>
          <p:nvPr/>
        </p:nvCxnSpPr>
        <p:spPr>
          <a:xfrm flipH="1" flipV="1">
            <a:off x="3133913" y="3717306"/>
            <a:ext cx="3831464" cy="172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uora nuoliyhdysviiva 25">
            <a:extLst>
              <a:ext uri="{FF2B5EF4-FFF2-40B4-BE49-F238E27FC236}">
                <a16:creationId xmlns:a16="http://schemas.microsoft.com/office/drawing/2014/main" id="{52F75F1C-DE97-F3FE-C0D4-C9E6EFB261FF}"/>
              </a:ext>
            </a:extLst>
          </p:cNvPr>
          <p:cNvCxnSpPr>
            <a:cxnSpLocks/>
          </p:cNvCxnSpPr>
          <p:nvPr/>
        </p:nvCxnSpPr>
        <p:spPr>
          <a:xfrm flipH="1" flipV="1">
            <a:off x="3141232" y="4622278"/>
            <a:ext cx="3831464" cy="172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Suorakulmio 27">
            <a:extLst>
              <a:ext uri="{FF2B5EF4-FFF2-40B4-BE49-F238E27FC236}">
                <a16:creationId xmlns:a16="http://schemas.microsoft.com/office/drawing/2014/main" id="{AA606F1B-3292-3CEF-F2FA-AAA572EA5CA1}"/>
              </a:ext>
            </a:extLst>
          </p:cNvPr>
          <p:cNvSpPr/>
          <p:nvPr/>
        </p:nvSpPr>
        <p:spPr>
          <a:xfrm>
            <a:off x="7353144" y="1428763"/>
            <a:ext cx="3419290" cy="5252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29" name="Tekstiruutu 28">
            <a:extLst>
              <a:ext uri="{FF2B5EF4-FFF2-40B4-BE49-F238E27FC236}">
                <a16:creationId xmlns:a16="http://schemas.microsoft.com/office/drawing/2014/main" id="{A797AA72-8824-5051-E8B0-DDF76839245B}"/>
              </a:ext>
            </a:extLst>
          </p:cNvPr>
          <p:cNvSpPr txBox="1"/>
          <p:nvPr/>
        </p:nvSpPr>
        <p:spPr>
          <a:xfrm>
            <a:off x="7680474" y="1506743"/>
            <a:ext cx="26418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100" dirty="0"/>
              <a:t>Palvelin tallentaa uuden tekstin tietokantaan</a:t>
            </a:r>
          </a:p>
        </p:txBody>
      </p:sp>
      <p:cxnSp>
        <p:nvCxnSpPr>
          <p:cNvPr id="30" name="Suora nuoliyhdysviiva 29">
            <a:extLst>
              <a:ext uri="{FF2B5EF4-FFF2-40B4-BE49-F238E27FC236}">
                <a16:creationId xmlns:a16="http://schemas.microsoft.com/office/drawing/2014/main" id="{10BCB3E2-F8FA-4355-3C83-85E16F60F795}"/>
              </a:ext>
            </a:extLst>
          </p:cNvPr>
          <p:cNvCxnSpPr>
            <a:cxnSpLocks/>
          </p:cNvCxnSpPr>
          <p:nvPr/>
        </p:nvCxnSpPr>
        <p:spPr>
          <a:xfrm flipH="1" flipV="1">
            <a:off x="3139897" y="5669790"/>
            <a:ext cx="3831464" cy="172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uora nuoliyhdysviiva 30">
            <a:extLst>
              <a:ext uri="{FF2B5EF4-FFF2-40B4-BE49-F238E27FC236}">
                <a16:creationId xmlns:a16="http://schemas.microsoft.com/office/drawing/2014/main" id="{56326A7C-8DB5-260E-7824-6DF9BD43E3E9}"/>
              </a:ext>
            </a:extLst>
          </p:cNvPr>
          <p:cNvCxnSpPr>
            <a:cxnSpLocks/>
          </p:cNvCxnSpPr>
          <p:nvPr/>
        </p:nvCxnSpPr>
        <p:spPr>
          <a:xfrm flipH="1" flipV="1">
            <a:off x="3133913" y="2790336"/>
            <a:ext cx="3831464" cy="172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kstiruutu 31">
            <a:extLst>
              <a:ext uri="{FF2B5EF4-FFF2-40B4-BE49-F238E27FC236}">
                <a16:creationId xmlns:a16="http://schemas.microsoft.com/office/drawing/2014/main" id="{43844C12-2297-4899-D03D-25DF769E5499}"/>
              </a:ext>
            </a:extLst>
          </p:cNvPr>
          <p:cNvSpPr txBox="1"/>
          <p:nvPr/>
        </p:nvSpPr>
        <p:spPr>
          <a:xfrm>
            <a:off x="3359602" y="1757199"/>
            <a:ext cx="34166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000" dirty="0"/>
              <a:t>HTTP 302 </a:t>
            </a:r>
            <a:r>
              <a:rPr lang="fi-FI" sz="1000" dirty="0" err="1"/>
              <a:t>Redirect</a:t>
            </a:r>
            <a:endParaRPr lang="fi-FI" sz="1000" dirty="0"/>
          </a:p>
        </p:txBody>
      </p:sp>
      <p:cxnSp>
        <p:nvCxnSpPr>
          <p:cNvPr id="34" name="Suora nuoliyhdysviiva 33">
            <a:extLst>
              <a:ext uri="{FF2B5EF4-FFF2-40B4-BE49-F238E27FC236}">
                <a16:creationId xmlns:a16="http://schemas.microsoft.com/office/drawing/2014/main" id="{43B59B52-D55F-9309-C029-A0F9454A95F4}"/>
              </a:ext>
            </a:extLst>
          </p:cNvPr>
          <p:cNvCxnSpPr/>
          <p:nvPr/>
        </p:nvCxnSpPr>
        <p:spPr>
          <a:xfrm>
            <a:off x="3119272" y="2446257"/>
            <a:ext cx="38461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kstiruutu 34">
            <a:extLst>
              <a:ext uri="{FF2B5EF4-FFF2-40B4-BE49-F238E27FC236}">
                <a16:creationId xmlns:a16="http://schemas.microsoft.com/office/drawing/2014/main" id="{5124CDC7-5CA4-3476-A224-6BD08DD961A2}"/>
              </a:ext>
            </a:extLst>
          </p:cNvPr>
          <p:cNvSpPr txBox="1"/>
          <p:nvPr/>
        </p:nvSpPr>
        <p:spPr>
          <a:xfrm>
            <a:off x="3210728" y="2163239"/>
            <a:ext cx="34166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000" dirty="0"/>
              <a:t>GET https://studies.cs.helsinki.fi/exampleapp/notes</a:t>
            </a:r>
          </a:p>
        </p:txBody>
      </p:sp>
      <p:sp>
        <p:nvSpPr>
          <p:cNvPr id="36" name="Tekstiruutu 35">
            <a:extLst>
              <a:ext uri="{FF2B5EF4-FFF2-40B4-BE49-F238E27FC236}">
                <a16:creationId xmlns:a16="http://schemas.microsoft.com/office/drawing/2014/main" id="{2C8DDE0A-E88C-C79B-FCB3-B4F6A3A5205E}"/>
              </a:ext>
            </a:extLst>
          </p:cNvPr>
          <p:cNvSpPr txBox="1"/>
          <p:nvPr/>
        </p:nvSpPr>
        <p:spPr>
          <a:xfrm>
            <a:off x="3341301" y="2504050"/>
            <a:ext cx="34166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000" dirty="0"/>
              <a:t>HTML </a:t>
            </a:r>
            <a:r>
              <a:rPr lang="fi-FI" sz="1000" dirty="0" err="1"/>
              <a:t>Document</a:t>
            </a:r>
            <a:endParaRPr lang="fi-FI" sz="1000" dirty="0"/>
          </a:p>
        </p:txBody>
      </p:sp>
      <p:sp>
        <p:nvSpPr>
          <p:cNvPr id="37" name="Tekstiruutu 36">
            <a:extLst>
              <a:ext uri="{FF2B5EF4-FFF2-40B4-BE49-F238E27FC236}">
                <a16:creationId xmlns:a16="http://schemas.microsoft.com/office/drawing/2014/main" id="{8EF5C8EE-D527-BDFD-3462-89C9EB0D9595}"/>
              </a:ext>
            </a:extLst>
          </p:cNvPr>
          <p:cNvSpPr txBox="1"/>
          <p:nvPr/>
        </p:nvSpPr>
        <p:spPr>
          <a:xfrm>
            <a:off x="3363261" y="2929604"/>
            <a:ext cx="34166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000" dirty="0"/>
              <a:t>GET main.css</a:t>
            </a:r>
          </a:p>
        </p:txBody>
      </p:sp>
      <p:sp>
        <p:nvSpPr>
          <p:cNvPr id="38" name="Tekstiruutu 37">
            <a:extLst>
              <a:ext uri="{FF2B5EF4-FFF2-40B4-BE49-F238E27FC236}">
                <a16:creationId xmlns:a16="http://schemas.microsoft.com/office/drawing/2014/main" id="{08C91347-33DD-F294-A3DC-39EC2337C666}"/>
              </a:ext>
            </a:extLst>
          </p:cNvPr>
          <p:cNvSpPr txBox="1"/>
          <p:nvPr/>
        </p:nvSpPr>
        <p:spPr>
          <a:xfrm>
            <a:off x="3370583" y="3391741"/>
            <a:ext cx="34166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000" dirty="0"/>
              <a:t>CSS tiedosto</a:t>
            </a:r>
          </a:p>
        </p:txBody>
      </p:sp>
      <p:sp>
        <p:nvSpPr>
          <p:cNvPr id="39" name="Tekstiruutu 38">
            <a:extLst>
              <a:ext uri="{FF2B5EF4-FFF2-40B4-BE49-F238E27FC236}">
                <a16:creationId xmlns:a16="http://schemas.microsoft.com/office/drawing/2014/main" id="{385C91E9-0E7E-1236-450F-DC0C4056C8F6}"/>
              </a:ext>
            </a:extLst>
          </p:cNvPr>
          <p:cNvSpPr txBox="1"/>
          <p:nvPr/>
        </p:nvSpPr>
        <p:spPr>
          <a:xfrm>
            <a:off x="3304898" y="3914369"/>
            <a:ext cx="34166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000" dirty="0"/>
              <a:t>GET main.js</a:t>
            </a:r>
          </a:p>
        </p:txBody>
      </p:sp>
      <p:sp>
        <p:nvSpPr>
          <p:cNvPr id="40" name="Tekstiruutu 39">
            <a:extLst>
              <a:ext uri="{FF2B5EF4-FFF2-40B4-BE49-F238E27FC236}">
                <a16:creationId xmlns:a16="http://schemas.microsoft.com/office/drawing/2014/main" id="{096E4DCB-6302-1F59-EE69-742A0863C920}"/>
              </a:ext>
            </a:extLst>
          </p:cNvPr>
          <p:cNvSpPr txBox="1"/>
          <p:nvPr/>
        </p:nvSpPr>
        <p:spPr>
          <a:xfrm>
            <a:off x="3304897" y="4334323"/>
            <a:ext cx="34166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000" dirty="0" err="1"/>
              <a:t>Javascript</a:t>
            </a:r>
            <a:r>
              <a:rPr lang="fi-FI" sz="1000" dirty="0"/>
              <a:t> tiedosto</a:t>
            </a:r>
          </a:p>
        </p:txBody>
      </p:sp>
      <p:sp>
        <p:nvSpPr>
          <p:cNvPr id="41" name="Tekstiruutu 40">
            <a:extLst>
              <a:ext uri="{FF2B5EF4-FFF2-40B4-BE49-F238E27FC236}">
                <a16:creationId xmlns:a16="http://schemas.microsoft.com/office/drawing/2014/main" id="{F8C46ACD-D479-4737-5FE9-B4FECAB9A3EE}"/>
              </a:ext>
            </a:extLst>
          </p:cNvPr>
          <p:cNvSpPr txBox="1"/>
          <p:nvPr/>
        </p:nvSpPr>
        <p:spPr>
          <a:xfrm>
            <a:off x="3304896" y="4816885"/>
            <a:ext cx="34166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000" dirty="0"/>
              <a:t>GET </a:t>
            </a:r>
            <a:r>
              <a:rPr lang="fi-FI" sz="1000" dirty="0" err="1"/>
              <a:t>data.json</a:t>
            </a:r>
            <a:endParaRPr lang="fi-FI" sz="1000" dirty="0"/>
          </a:p>
        </p:txBody>
      </p:sp>
      <p:sp>
        <p:nvSpPr>
          <p:cNvPr id="42" name="Tekstiruutu 41">
            <a:extLst>
              <a:ext uri="{FF2B5EF4-FFF2-40B4-BE49-F238E27FC236}">
                <a16:creationId xmlns:a16="http://schemas.microsoft.com/office/drawing/2014/main" id="{2A32C509-4499-CA0D-4734-693189D138F6}"/>
              </a:ext>
            </a:extLst>
          </p:cNvPr>
          <p:cNvSpPr txBox="1"/>
          <p:nvPr/>
        </p:nvSpPr>
        <p:spPr>
          <a:xfrm>
            <a:off x="3304896" y="5325007"/>
            <a:ext cx="34166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000" dirty="0"/>
              <a:t>Päivitetään tekstilista</a:t>
            </a:r>
          </a:p>
        </p:txBody>
      </p:sp>
    </p:spTree>
    <p:extLst>
      <p:ext uri="{BB962C8B-B14F-4D97-AF65-F5344CB8AC3E}">
        <p14:creationId xmlns:p14="http://schemas.microsoft.com/office/powerpoint/2010/main" val="4235618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orakulmio 3">
            <a:extLst>
              <a:ext uri="{FF2B5EF4-FFF2-40B4-BE49-F238E27FC236}">
                <a16:creationId xmlns:a16="http://schemas.microsoft.com/office/drawing/2014/main" id="{17882975-AEC6-461D-39ED-2D6DF26513F3}"/>
              </a:ext>
            </a:extLst>
          </p:cNvPr>
          <p:cNvSpPr/>
          <p:nvPr/>
        </p:nvSpPr>
        <p:spPr>
          <a:xfrm>
            <a:off x="2421386" y="142405"/>
            <a:ext cx="1439693" cy="5252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5" name="Suorakulmio 4">
            <a:extLst>
              <a:ext uri="{FF2B5EF4-FFF2-40B4-BE49-F238E27FC236}">
                <a16:creationId xmlns:a16="http://schemas.microsoft.com/office/drawing/2014/main" id="{5C24FF54-2DF9-4D97-9BD9-9ECCA00905FD}"/>
              </a:ext>
            </a:extLst>
          </p:cNvPr>
          <p:cNvSpPr/>
          <p:nvPr/>
        </p:nvSpPr>
        <p:spPr>
          <a:xfrm>
            <a:off x="6267490" y="155710"/>
            <a:ext cx="1439693" cy="5252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6" name="Tekstiruutu 5">
            <a:extLst>
              <a:ext uri="{FF2B5EF4-FFF2-40B4-BE49-F238E27FC236}">
                <a16:creationId xmlns:a16="http://schemas.microsoft.com/office/drawing/2014/main" id="{0E990B3C-635A-82B0-DB29-39476C7F2BE6}"/>
              </a:ext>
            </a:extLst>
          </p:cNvPr>
          <p:cNvSpPr txBox="1"/>
          <p:nvPr/>
        </p:nvSpPr>
        <p:spPr>
          <a:xfrm>
            <a:off x="2592371" y="174564"/>
            <a:ext cx="1112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/>
              <a:t>Selain</a:t>
            </a:r>
          </a:p>
        </p:txBody>
      </p:sp>
      <p:sp>
        <p:nvSpPr>
          <p:cNvPr id="7" name="Tekstiruutu 6">
            <a:extLst>
              <a:ext uri="{FF2B5EF4-FFF2-40B4-BE49-F238E27FC236}">
                <a16:creationId xmlns:a16="http://schemas.microsoft.com/office/drawing/2014/main" id="{0CA8B3B2-759E-AAC5-253A-0716C1D22254}"/>
              </a:ext>
            </a:extLst>
          </p:cNvPr>
          <p:cNvSpPr txBox="1"/>
          <p:nvPr/>
        </p:nvSpPr>
        <p:spPr>
          <a:xfrm>
            <a:off x="6594820" y="233690"/>
            <a:ext cx="1112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/>
              <a:t>Palvelin</a:t>
            </a:r>
          </a:p>
        </p:txBody>
      </p:sp>
      <p:cxnSp>
        <p:nvCxnSpPr>
          <p:cNvPr id="8" name="Suora yhdysviiva 7">
            <a:extLst>
              <a:ext uri="{FF2B5EF4-FFF2-40B4-BE49-F238E27FC236}">
                <a16:creationId xmlns:a16="http://schemas.microsoft.com/office/drawing/2014/main" id="{CCD2A0C6-777C-658E-2527-3391761881B6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3141232" y="667698"/>
            <a:ext cx="1" cy="58745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uora yhdysviiva 8">
            <a:extLst>
              <a:ext uri="{FF2B5EF4-FFF2-40B4-BE49-F238E27FC236}">
                <a16:creationId xmlns:a16="http://schemas.microsoft.com/office/drawing/2014/main" id="{447F8E0E-CB6C-EAFB-6736-7E079695412B}"/>
              </a:ext>
            </a:extLst>
          </p:cNvPr>
          <p:cNvCxnSpPr>
            <a:cxnSpLocks/>
          </p:cNvCxnSpPr>
          <p:nvPr/>
        </p:nvCxnSpPr>
        <p:spPr>
          <a:xfrm flipH="1">
            <a:off x="6987336" y="667698"/>
            <a:ext cx="1" cy="58745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uora nuoliyhdysviiva 9">
            <a:extLst>
              <a:ext uri="{FF2B5EF4-FFF2-40B4-BE49-F238E27FC236}">
                <a16:creationId xmlns:a16="http://schemas.microsoft.com/office/drawing/2014/main" id="{482620BC-EC03-3B70-E6EB-CD840FE0F5F3}"/>
              </a:ext>
            </a:extLst>
          </p:cNvPr>
          <p:cNvCxnSpPr/>
          <p:nvPr/>
        </p:nvCxnSpPr>
        <p:spPr>
          <a:xfrm>
            <a:off x="3141232" y="1649691"/>
            <a:ext cx="38461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uora nuoliyhdysviiva 10">
            <a:extLst>
              <a:ext uri="{FF2B5EF4-FFF2-40B4-BE49-F238E27FC236}">
                <a16:creationId xmlns:a16="http://schemas.microsoft.com/office/drawing/2014/main" id="{3F32AC0D-A259-858E-25AA-7ECDDEDA8A1E}"/>
              </a:ext>
            </a:extLst>
          </p:cNvPr>
          <p:cNvCxnSpPr/>
          <p:nvPr/>
        </p:nvCxnSpPr>
        <p:spPr>
          <a:xfrm>
            <a:off x="3148552" y="2652075"/>
            <a:ext cx="38461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uora nuoliyhdysviiva 11">
            <a:extLst>
              <a:ext uri="{FF2B5EF4-FFF2-40B4-BE49-F238E27FC236}">
                <a16:creationId xmlns:a16="http://schemas.microsoft.com/office/drawing/2014/main" id="{0D2D950D-2CE6-3260-BF3B-EB980DF8A047}"/>
              </a:ext>
            </a:extLst>
          </p:cNvPr>
          <p:cNvCxnSpPr/>
          <p:nvPr/>
        </p:nvCxnSpPr>
        <p:spPr>
          <a:xfrm>
            <a:off x="3148550" y="3633147"/>
            <a:ext cx="38461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uora nuoliyhdysviiva 12">
            <a:extLst>
              <a:ext uri="{FF2B5EF4-FFF2-40B4-BE49-F238E27FC236}">
                <a16:creationId xmlns:a16="http://schemas.microsoft.com/office/drawing/2014/main" id="{8AEAE74E-B029-8E20-17DA-298C62E678F1}"/>
              </a:ext>
            </a:extLst>
          </p:cNvPr>
          <p:cNvCxnSpPr/>
          <p:nvPr/>
        </p:nvCxnSpPr>
        <p:spPr>
          <a:xfrm>
            <a:off x="3141232" y="4630570"/>
            <a:ext cx="38461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uorakulmio 14">
            <a:extLst>
              <a:ext uri="{FF2B5EF4-FFF2-40B4-BE49-F238E27FC236}">
                <a16:creationId xmlns:a16="http://schemas.microsoft.com/office/drawing/2014/main" id="{CE59382C-B7AD-CF3A-76F6-4F3F09759508}"/>
              </a:ext>
            </a:extLst>
          </p:cNvPr>
          <p:cNvSpPr/>
          <p:nvPr/>
        </p:nvSpPr>
        <p:spPr>
          <a:xfrm>
            <a:off x="229254" y="174564"/>
            <a:ext cx="1439693" cy="5252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6" name="Tekstiruutu 15">
            <a:extLst>
              <a:ext uri="{FF2B5EF4-FFF2-40B4-BE49-F238E27FC236}">
                <a16:creationId xmlns:a16="http://schemas.microsoft.com/office/drawing/2014/main" id="{FF21BB94-50CF-0B6C-F53A-5421D7A346FE}"/>
              </a:ext>
            </a:extLst>
          </p:cNvPr>
          <p:cNvSpPr txBox="1"/>
          <p:nvPr/>
        </p:nvSpPr>
        <p:spPr>
          <a:xfrm>
            <a:off x="400239" y="206723"/>
            <a:ext cx="1112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/>
              <a:t>0.5</a:t>
            </a:r>
          </a:p>
        </p:txBody>
      </p:sp>
      <p:sp>
        <p:nvSpPr>
          <p:cNvPr id="17" name="Tekstiruutu 16">
            <a:extLst>
              <a:ext uri="{FF2B5EF4-FFF2-40B4-BE49-F238E27FC236}">
                <a16:creationId xmlns:a16="http://schemas.microsoft.com/office/drawing/2014/main" id="{C59D3670-E823-DA9F-2D07-F57CF679A9A1}"/>
              </a:ext>
            </a:extLst>
          </p:cNvPr>
          <p:cNvSpPr txBox="1"/>
          <p:nvPr/>
        </p:nvSpPr>
        <p:spPr>
          <a:xfrm>
            <a:off x="3406986" y="1330474"/>
            <a:ext cx="34166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000" dirty="0"/>
              <a:t>GET https://studies.cs.helsinki.fi/exampleapp/spa</a:t>
            </a:r>
          </a:p>
        </p:txBody>
      </p:sp>
      <p:cxnSp>
        <p:nvCxnSpPr>
          <p:cNvPr id="19" name="Suora nuoliyhdysviiva 18">
            <a:extLst>
              <a:ext uri="{FF2B5EF4-FFF2-40B4-BE49-F238E27FC236}">
                <a16:creationId xmlns:a16="http://schemas.microsoft.com/office/drawing/2014/main" id="{F8E55BCF-5168-C7F4-4AD1-42F15528DD7D}"/>
              </a:ext>
            </a:extLst>
          </p:cNvPr>
          <p:cNvCxnSpPr>
            <a:cxnSpLocks/>
          </p:cNvCxnSpPr>
          <p:nvPr/>
        </p:nvCxnSpPr>
        <p:spPr>
          <a:xfrm flipH="1" flipV="1">
            <a:off x="3115612" y="3162249"/>
            <a:ext cx="3831464" cy="172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uora nuoliyhdysviiva 19">
            <a:extLst>
              <a:ext uri="{FF2B5EF4-FFF2-40B4-BE49-F238E27FC236}">
                <a16:creationId xmlns:a16="http://schemas.microsoft.com/office/drawing/2014/main" id="{E173CE13-375F-5E85-199E-3DB714587F30}"/>
              </a:ext>
            </a:extLst>
          </p:cNvPr>
          <p:cNvCxnSpPr>
            <a:cxnSpLocks/>
          </p:cNvCxnSpPr>
          <p:nvPr/>
        </p:nvCxnSpPr>
        <p:spPr>
          <a:xfrm flipH="1" flipV="1">
            <a:off x="3115612" y="4140384"/>
            <a:ext cx="3831464" cy="172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uora nuoliyhdysviiva 22">
            <a:extLst>
              <a:ext uri="{FF2B5EF4-FFF2-40B4-BE49-F238E27FC236}">
                <a16:creationId xmlns:a16="http://schemas.microsoft.com/office/drawing/2014/main" id="{95D50B82-FEF7-10CD-1561-D132C334FCF6}"/>
              </a:ext>
            </a:extLst>
          </p:cNvPr>
          <p:cNvCxnSpPr>
            <a:cxnSpLocks/>
          </p:cNvCxnSpPr>
          <p:nvPr/>
        </p:nvCxnSpPr>
        <p:spPr>
          <a:xfrm flipH="1" flipV="1">
            <a:off x="3155872" y="5191028"/>
            <a:ext cx="3831464" cy="172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uora nuoliyhdysviiva 23">
            <a:extLst>
              <a:ext uri="{FF2B5EF4-FFF2-40B4-BE49-F238E27FC236}">
                <a16:creationId xmlns:a16="http://schemas.microsoft.com/office/drawing/2014/main" id="{F98D72E1-7E0A-EE04-5857-7C909C869898}"/>
              </a:ext>
            </a:extLst>
          </p:cNvPr>
          <p:cNvCxnSpPr>
            <a:cxnSpLocks/>
          </p:cNvCxnSpPr>
          <p:nvPr/>
        </p:nvCxnSpPr>
        <p:spPr>
          <a:xfrm flipH="1" flipV="1">
            <a:off x="3133913" y="2139887"/>
            <a:ext cx="3831464" cy="172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kstiruutu 27">
            <a:extLst>
              <a:ext uri="{FF2B5EF4-FFF2-40B4-BE49-F238E27FC236}">
                <a16:creationId xmlns:a16="http://schemas.microsoft.com/office/drawing/2014/main" id="{44625723-A31F-4CA3-815B-322D99BFA2AC}"/>
              </a:ext>
            </a:extLst>
          </p:cNvPr>
          <p:cNvSpPr txBox="1"/>
          <p:nvPr/>
        </p:nvSpPr>
        <p:spPr>
          <a:xfrm>
            <a:off x="3421929" y="1840232"/>
            <a:ext cx="34166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000" dirty="0"/>
              <a:t>HTML </a:t>
            </a:r>
            <a:r>
              <a:rPr lang="fi-FI" sz="1000" dirty="0" err="1"/>
              <a:t>Document</a:t>
            </a:r>
            <a:endParaRPr lang="fi-FI" sz="1000" dirty="0"/>
          </a:p>
        </p:txBody>
      </p:sp>
      <p:sp>
        <p:nvSpPr>
          <p:cNvPr id="29" name="Tekstiruutu 28">
            <a:extLst>
              <a:ext uri="{FF2B5EF4-FFF2-40B4-BE49-F238E27FC236}">
                <a16:creationId xmlns:a16="http://schemas.microsoft.com/office/drawing/2014/main" id="{963CD8EB-6B2E-407C-DAD9-984025E070D9}"/>
              </a:ext>
            </a:extLst>
          </p:cNvPr>
          <p:cNvSpPr txBox="1"/>
          <p:nvPr/>
        </p:nvSpPr>
        <p:spPr>
          <a:xfrm>
            <a:off x="3365368" y="2304299"/>
            <a:ext cx="34166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000" dirty="0"/>
              <a:t>GET main.css</a:t>
            </a:r>
          </a:p>
        </p:txBody>
      </p:sp>
      <p:sp>
        <p:nvSpPr>
          <p:cNvPr id="30" name="Tekstiruutu 29">
            <a:extLst>
              <a:ext uri="{FF2B5EF4-FFF2-40B4-BE49-F238E27FC236}">
                <a16:creationId xmlns:a16="http://schemas.microsoft.com/office/drawing/2014/main" id="{BCB2BA49-5A7A-81C2-E05C-38B3AFB7AA0E}"/>
              </a:ext>
            </a:extLst>
          </p:cNvPr>
          <p:cNvSpPr txBox="1"/>
          <p:nvPr/>
        </p:nvSpPr>
        <p:spPr>
          <a:xfrm>
            <a:off x="3352282" y="2836684"/>
            <a:ext cx="34166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000" dirty="0"/>
              <a:t>CSS tiedosto</a:t>
            </a:r>
          </a:p>
        </p:txBody>
      </p:sp>
      <p:sp>
        <p:nvSpPr>
          <p:cNvPr id="31" name="Tekstiruutu 30">
            <a:extLst>
              <a:ext uri="{FF2B5EF4-FFF2-40B4-BE49-F238E27FC236}">
                <a16:creationId xmlns:a16="http://schemas.microsoft.com/office/drawing/2014/main" id="{DDDC5F8D-8E19-4EFF-4316-59E47D3A0924}"/>
              </a:ext>
            </a:extLst>
          </p:cNvPr>
          <p:cNvSpPr txBox="1"/>
          <p:nvPr/>
        </p:nvSpPr>
        <p:spPr>
          <a:xfrm>
            <a:off x="3304896" y="3366728"/>
            <a:ext cx="34166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000" dirty="0"/>
              <a:t>GET spa.js</a:t>
            </a:r>
          </a:p>
        </p:txBody>
      </p:sp>
      <p:sp>
        <p:nvSpPr>
          <p:cNvPr id="32" name="Tekstiruutu 31">
            <a:extLst>
              <a:ext uri="{FF2B5EF4-FFF2-40B4-BE49-F238E27FC236}">
                <a16:creationId xmlns:a16="http://schemas.microsoft.com/office/drawing/2014/main" id="{8E288540-769E-E3AC-3841-55C04A0BCD11}"/>
              </a:ext>
            </a:extLst>
          </p:cNvPr>
          <p:cNvSpPr txBox="1"/>
          <p:nvPr/>
        </p:nvSpPr>
        <p:spPr>
          <a:xfrm>
            <a:off x="3279277" y="3852429"/>
            <a:ext cx="34166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000" dirty="0" err="1"/>
              <a:t>Javascript</a:t>
            </a:r>
            <a:r>
              <a:rPr lang="fi-FI" sz="1000" dirty="0"/>
              <a:t> tiedosto</a:t>
            </a:r>
          </a:p>
        </p:txBody>
      </p:sp>
      <p:sp>
        <p:nvSpPr>
          <p:cNvPr id="33" name="Tekstiruutu 32">
            <a:extLst>
              <a:ext uri="{FF2B5EF4-FFF2-40B4-BE49-F238E27FC236}">
                <a16:creationId xmlns:a16="http://schemas.microsoft.com/office/drawing/2014/main" id="{13F13F1B-1D8D-D955-4A72-336E9AA2BEBE}"/>
              </a:ext>
            </a:extLst>
          </p:cNvPr>
          <p:cNvSpPr txBox="1"/>
          <p:nvPr/>
        </p:nvSpPr>
        <p:spPr>
          <a:xfrm>
            <a:off x="3304896" y="4312989"/>
            <a:ext cx="34166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000" dirty="0"/>
              <a:t>GET </a:t>
            </a:r>
            <a:r>
              <a:rPr lang="fi-FI" sz="1000" dirty="0" err="1"/>
              <a:t>data.json</a:t>
            </a:r>
            <a:endParaRPr lang="fi-FI" sz="1000" dirty="0"/>
          </a:p>
        </p:txBody>
      </p:sp>
      <p:sp>
        <p:nvSpPr>
          <p:cNvPr id="34" name="Tekstiruutu 33">
            <a:extLst>
              <a:ext uri="{FF2B5EF4-FFF2-40B4-BE49-F238E27FC236}">
                <a16:creationId xmlns:a16="http://schemas.microsoft.com/office/drawing/2014/main" id="{82F51A01-902C-4F29-B6CF-B2B57235270B}"/>
              </a:ext>
            </a:extLst>
          </p:cNvPr>
          <p:cNvSpPr txBox="1"/>
          <p:nvPr/>
        </p:nvSpPr>
        <p:spPr>
          <a:xfrm>
            <a:off x="3320871" y="4846245"/>
            <a:ext cx="34166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000" dirty="0"/>
              <a:t>JSON data</a:t>
            </a:r>
          </a:p>
        </p:txBody>
      </p:sp>
    </p:spTree>
    <p:extLst>
      <p:ext uri="{BB962C8B-B14F-4D97-AF65-F5344CB8AC3E}">
        <p14:creationId xmlns:p14="http://schemas.microsoft.com/office/powerpoint/2010/main" val="2941917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uorakulmio 27">
            <a:extLst>
              <a:ext uri="{FF2B5EF4-FFF2-40B4-BE49-F238E27FC236}">
                <a16:creationId xmlns:a16="http://schemas.microsoft.com/office/drawing/2014/main" id="{DBADD115-CC54-F757-214D-66B8E383001F}"/>
              </a:ext>
            </a:extLst>
          </p:cNvPr>
          <p:cNvSpPr/>
          <p:nvPr/>
        </p:nvSpPr>
        <p:spPr>
          <a:xfrm>
            <a:off x="2421386" y="142405"/>
            <a:ext cx="1439693" cy="5252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29" name="Suorakulmio 28">
            <a:extLst>
              <a:ext uri="{FF2B5EF4-FFF2-40B4-BE49-F238E27FC236}">
                <a16:creationId xmlns:a16="http://schemas.microsoft.com/office/drawing/2014/main" id="{62F102D8-BF7A-97ED-962E-E138B58AF0C6}"/>
              </a:ext>
            </a:extLst>
          </p:cNvPr>
          <p:cNvSpPr/>
          <p:nvPr/>
        </p:nvSpPr>
        <p:spPr>
          <a:xfrm>
            <a:off x="6267490" y="155710"/>
            <a:ext cx="1439693" cy="5252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30" name="Tekstiruutu 29">
            <a:extLst>
              <a:ext uri="{FF2B5EF4-FFF2-40B4-BE49-F238E27FC236}">
                <a16:creationId xmlns:a16="http://schemas.microsoft.com/office/drawing/2014/main" id="{84549835-A05A-5DEF-1DAD-EBB9E8606024}"/>
              </a:ext>
            </a:extLst>
          </p:cNvPr>
          <p:cNvSpPr txBox="1"/>
          <p:nvPr/>
        </p:nvSpPr>
        <p:spPr>
          <a:xfrm>
            <a:off x="2592371" y="174564"/>
            <a:ext cx="1112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/>
              <a:t>Selain</a:t>
            </a:r>
          </a:p>
        </p:txBody>
      </p:sp>
      <p:sp>
        <p:nvSpPr>
          <p:cNvPr id="31" name="Tekstiruutu 30">
            <a:extLst>
              <a:ext uri="{FF2B5EF4-FFF2-40B4-BE49-F238E27FC236}">
                <a16:creationId xmlns:a16="http://schemas.microsoft.com/office/drawing/2014/main" id="{91036843-D50B-1FD7-D1CE-FEFD416C317C}"/>
              </a:ext>
            </a:extLst>
          </p:cNvPr>
          <p:cNvSpPr txBox="1"/>
          <p:nvPr/>
        </p:nvSpPr>
        <p:spPr>
          <a:xfrm>
            <a:off x="6594820" y="233690"/>
            <a:ext cx="1112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/>
              <a:t>Palvelin</a:t>
            </a:r>
          </a:p>
        </p:txBody>
      </p:sp>
      <p:cxnSp>
        <p:nvCxnSpPr>
          <p:cNvPr id="32" name="Suora yhdysviiva 31">
            <a:extLst>
              <a:ext uri="{FF2B5EF4-FFF2-40B4-BE49-F238E27FC236}">
                <a16:creationId xmlns:a16="http://schemas.microsoft.com/office/drawing/2014/main" id="{B127ED4E-CF1C-E60C-4901-D4847F488A7F}"/>
              </a:ext>
            </a:extLst>
          </p:cNvPr>
          <p:cNvCxnSpPr>
            <a:cxnSpLocks/>
            <a:stCxn id="28" idx="2"/>
          </p:cNvCxnSpPr>
          <p:nvPr/>
        </p:nvCxnSpPr>
        <p:spPr>
          <a:xfrm flipH="1">
            <a:off x="3141232" y="667698"/>
            <a:ext cx="1" cy="58745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uora yhdysviiva 32">
            <a:extLst>
              <a:ext uri="{FF2B5EF4-FFF2-40B4-BE49-F238E27FC236}">
                <a16:creationId xmlns:a16="http://schemas.microsoft.com/office/drawing/2014/main" id="{F16801EB-CA15-E416-2132-0BB42A8F473D}"/>
              </a:ext>
            </a:extLst>
          </p:cNvPr>
          <p:cNvCxnSpPr>
            <a:cxnSpLocks/>
          </p:cNvCxnSpPr>
          <p:nvPr/>
        </p:nvCxnSpPr>
        <p:spPr>
          <a:xfrm flipH="1">
            <a:off x="6987336" y="667698"/>
            <a:ext cx="1" cy="58745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uora nuoliyhdysviiva 33">
            <a:extLst>
              <a:ext uri="{FF2B5EF4-FFF2-40B4-BE49-F238E27FC236}">
                <a16:creationId xmlns:a16="http://schemas.microsoft.com/office/drawing/2014/main" id="{B6543264-41AB-3F0E-D711-4DB24E3E4D36}"/>
              </a:ext>
            </a:extLst>
          </p:cNvPr>
          <p:cNvCxnSpPr/>
          <p:nvPr/>
        </p:nvCxnSpPr>
        <p:spPr>
          <a:xfrm>
            <a:off x="3141232" y="1649691"/>
            <a:ext cx="38461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uora nuoliyhdysviiva 34">
            <a:extLst>
              <a:ext uri="{FF2B5EF4-FFF2-40B4-BE49-F238E27FC236}">
                <a16:creationId xmlns:a16="http://schemas.microsoft.com/office/drawing/2014/main" id="{C4B6A87B-6CC8-3C80-1A3E-B22EF2663BE8}"/>
              </a:ext>
            </a:extLst>
          </p:cNvPr>
          <p:cNvCxnSpPr/>
          <p:nvPr/>
        </p:nvCxnSpPr>
        <p:spPr>
          <a:xfrm>
            <a:off x="3148552" y="3227110"/>
            <a:ext cx="38461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uora nuoliyhdysviiva 35">
            <a:extLst>
              <a:ext uri="{FF2B5EF4-FFF2-40B4-BE49-F238E27FC236}">
                <a16:creationId xmlns:a16="http://schemas.microsoft.com/office/drawing/2014/main" id="{814C9DA8-FF1D-670D-B38B-209E908C9086}"/>
              </a:ext>
            </a:extLst>
          </p:cNvPr>
          <p:cNvCxnSpPr/>
          <p:nvPr/>
        </p:nvCxnSpPr>
        <p:spPr>
          <a:xfrm>
            <a:off x="3148552" y="4180788"/>
            <a:ext cx="3846104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kstiruutu 37">
            <a:extLst>
              <a:ext uri="{FF2B5EF4-FFF2-40B4-BE49-F238E27FC236}">
                <a16:creationId xmlns:a16="http://schemas.microsoft.com/office/drawing/2014/main" id="{70D0BBAD-432C-B877-3DE6-CFB80D66F431}"/>
              </a:ext>
            </a:extLst>
          </p:cNvPr>
          <p:cNvSpPr txBox="1"/>
          <p:nvPr/>
        </p:nvSpPr>
        <p:spPr>
          <a:xfrm>
            <a:off x="3437773" y="953199"/>
            <a:ext cx="3416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200" dirty="0"/>
              <a:t>Käyttäjä kirjoittaa tekstin ja painaa ”</a:t>
            </a:r>
            <a:r>
              <a:rPr lang="fi-FI" sz="1200" dirty="0" err="1"/>
              <a:t>Save</a:t>
            </a:r>
            <a:r>
              <a:rPr lang="fi-FI" sz="1200" dirty="0"/>
              <a:t>”</a:t>
            </a:r>
          </a:p>
        </p:txBody>
      </p:sp>
      <p:sp>
        <p:nvSpPr>
          <p:cNvPr id="39" name="Suorakulmio 38">
            <a:extLst>
              <a:ext uri="{FF2B5EF4-FFF2-40B4-BE49-F238E27FC236}">
                <a16:creationId xmlns:a16="http://schemas.microsoft.com/office/drawing/2014/main" id="{305216AA-41E9-899A-CA0E-48652302CD1F}"/>
              </a:ext>
            </a:extLst>
          </p:cNvPr>
          <p:cNvSpPr/>
          <p:nvPr/>
        </p:nvSpPr>
        <p:spPr>
          <a:xfrm>
            <a:off x="229254" y="174564"/>
            <a:ext cx="1439693" cy="5252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40" name="Tekstiruutu 39">
            <a:extLst>
              <a:ext uri="{FF2B5EF4-FFF2-40B4-BE49-F238E27FC236}">
                <a16:creationId xmlns:a16="http://schemas.microsoft.com/office/drawing/2014/main" id="{B52178F5-05B7-AA0E-D3C3-9AA606961546}"/>
              </a:ext>
            </a:extLst>
          </p:cNvPr>
          <p:cNvSpPr txBox="1"/>
          <p:nvPr/>
        </p:nvSpPr>
        <p:spPr>
          <a:xfrm>
            <a:off x="400239" y="206723"/>
            <a:ext cx="1112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/>
              <a:t>0.6</a:t>
            </a:r>
          </a:p>
        </p:txBody>
      </p:sp>
      <p:sp>
        <p:nvSpPr>
          <p:cNvPr id="41" name="Tekstiruutu 40">
            <a:extLst>
              <a:ext uri="{FF2B5EF4-FFF2-40B4-BE49-F238E27FC236}">
                <a16:creationId xmlns:a16="http://schemas.microsoft.com/office/drawing/2014/main" id="{718281EE-CF9F-E4D9-C87B-2ED5AB1E1503}"/>
              </a:ext>
            </a:extLst>
          </p:cNvPr>
          <p:cNvSpPr txBox="1"/>
          <p:nvPr/>
        </p:nvSpPr>
        <p:spPr>
          <a:xfrm>
            <a:off x="3210728" y="1330474"/>
            <a:ext cx="36129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000" dirty="0"/>
              <a:t>POST https://studies.cs.helsinki.fi/exampleapp/new_note_spa</a:t>
            </a:r>
          </a:p>
        </p:txBody>
      </p:sp>
      <p:sp>
        <p:nvSpPr>
          <p:cNvPr id="45" name="Suorakulmio 44">
            <a:extLst>
              <a:ext uri="{FF2B5EF4-FFF2-40B4-BE49-F238E27FC236}">
                <a16:creationId xmlns:a16="http://schemas.microsoft.com/office/drawing/2014/main" id="{6358B6C9-1F7D-F27A-5545-0002BF986ABD}"/>
              </a:ext>
            </a:extLst>
          </p:cNvPr>
          <p:cNvSpPr/>
          <p:nvPr/>
        </p:nvSpPr>
        <p:spPr>
          <a:xfrm>
            <a:off x="7353144" y="1428763"/>
            <a:ext cx="2582707" cy="5252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46" name="Tekstiruutu 45">
            <a:extLst>
              <a:ext uri="{FF2B5EF4-FFF2-40B4-BE49-F238E27FC236}">
                <a16:creationId xmlns:a16="http://schemas.microsoft.com/office/drawing/2014/main" id="{DB5495FE-03B4-2E8D-1683-4DC0AB0AD16C}"/>
              </a:ext>
            </a:extLst>
          </p:cNvPr>
          <p:cNvSpPr txBox="1"/>
          <p:nvPr/>
        </p:nvSpPr>
        <p:spPr>
          <a:xfrm>
            <a:off x="7680475" y="1506743"/>
            <a:ext cx="21705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100" dirty="0"/>
              <a:t>Palvelin tallentaa uuden tekstin</a:t>
            </a:r>
          </a:p>
        </p:txBody>
      </p:sp>
      <p:cxnSp>
        <p:nvCxnSpPr>
          <p:cNvPr id="50" name="Suora nuoliyhdysviiva 49">
            <a:extLst>
              <a:ext uri="{FF2B5EF4-FFF2-40B4-BE49-F238E27FC236}">
                <a16:creationId xmlns:a16="http://schemas.microsoft.com/office/drawing/2014/main" id="{5E90BAA3-BA50-FEC8-10BC-AFE65F893A8A}"/>
              </a:ext>
            </a:extLst>
          </p:cNvPr>
          <p:cNvCxnSpPr/>
          <p:nvPr/>
        </p:nvCxnSpPr>
        <p:spPr>
          <a:xfrm>
            <a:off x="3119272" y="2446257"/>
            <a:ext cx="3846104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kstiruutu 50">
            <a:extLst>
              <a:ext uri="{FF2B5EF4-FFF2-40B4-BE49-F238E27FC236}">
                <a16:creationId xmlns:a16="http://schemas.microsoft.com/office/drawing/2014/main" id="{B71C4A15-BFD0-BF93-0495-B1BBD04591DB}"/>
              </a:ext>
            </a:extLst>
          </p:cNvPr>
          <p:cNvSpPr txBox="1"/>
          <p:nvPr/>
        </p:nvSpPr>
        <p:spPr>
          <a:xfrm>
            <a:off x="3210728" y="2163239"/>
            <a:ext cx="34166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000" dirty="0"/>
              <a:t>JSON </a:t>
            </a:r>
            <a:r>
              <a:rPr lang="fi-FI" sz="1000" dirty="0" err="1"/>
              <a:t>response</a:t>
            </a:r>
            <a:r>
              <a:rPr lang="fi-FI" sz="1000" dirty="0"/>
              <a:t> (Status ok)</a:t>
            </a:r>
          </a:p>
        </p:txBody>
      </p:sp>
      <p:sp>
        <p:nvSpPr>
          <p:cNvPr id="53" name="Tekstiruutu 52">
            <a:extLst>
              <a:ext uri="{FF2B5EF4-FFF2-40B4-BE49-F238E27FC236}">
                <a16:creationId xmlns:a16="http://schemas.microsoft.com/office/drawing/2014/main" id="{F018024C-CA6D-0353-716F-785DD2601965}"/>
              </a:ext>
            </a:extLst>
          </p:cNvPr>
          <p:cNvSpPr txBox="1"/>
          <p:nvPr/>
        </p:nvSpPr>
        <p:spPr>
          <a:xfrm>
            <a:off x="3363261" y="2929604"/>
            <a:ext cx="34166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000" dirty="0"/>
              <a:t>GET </a:t>
            </a:r>
            <a:r>
              <a:rPr lang="fi-FI" sz="1000" dirty="0" err="1"/>
              <a:t>data.json</a:t>
            </a:r>
            <a:endParaRPr lang="fi-FI" sz="1000" dirty="0"/>
          </a:p>
        </p:txBody>
      </p:sp>
      <p:sp>
        <p:nvSpPr>
          <p:cNvPr id="55" name="Tekstiruutu 54">
            <a:extLst>
              <a:ext uri="{FF2B5EF4-FFF2-40B4-BE49-F238E27FC236}">
                <a16:creationId xmlns:a16="http://schemas.microsoft.com/office/drawing/2014/main" id="{C1CFA92A-5094-0C37-43DF-278AF8DC0734}"/>
              </a:ext>
            </a:extLst>
          </p:cNvPr>
          <p:cNvSpPr txBox="1"/>
          <p:nvPr/>
        </p:nvSpPr>
        <p:spPr>
          <a:xfrm>
            <a:off x="3304898" y="3914369"/>
            <a:ext cx="34166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000" dirty="0"/>
              <a:t>Päivitetty lista JSON</a:t>
            </a:r>
          </a:p>
        </p:txBody>
      </p:sp>
      <p:sp>
        <p:nvSpPr>
          <p:cNvPr id="91" name="Suorakulmio 90">
            <a:extLst>
              <a:ext uri="{FF2B5EF4-FFF2-40B4-BE49-F238E27FC236}">
                <a16:creationId xmlns:a16="http://schemas.microsoft.com/office/drawing/2014/main" id="{FCE97360-A580-1426-9031-6F7C87FDBBD5}"/>
              </a:ext>
            </a:extLst>
          </p:cNvPr>
          <p:cNvSpPr/>
          <p:nvPr/>
        </p:nvSpPr>
        <p:spPr>
          <a:xfrm>
            <a:off x="3322164" y="4460973"/>
            <a:ext cx="2692137" cy="5313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92" name="Tekstiruutu 91">
            <a:extLst>
              <a:ext uri="{FF2B5EF4-FFF2-40B4-BE49-F238E27FC236}">
                <a16:creationId xmlns:a16="http://schemas.microsoft.com/office/drawing/2014/main" id="{CDA2DADC-2634-E73A-6159-1A85FA500CE9}"/>
              </a:ext>
            </a:extLst>
          </p:cNvPr>
          <p:cNvSpPr txBox="1"/>
          <p:nvPr/>
        </p:nvSpPr>
        <p:spPr>
          <a:xfrm>
            <a:off x="3649495" y="4538952"/>
            <a:ext cx="226250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100" dirty="0"/>
              <a:t>Tekstilista päivittyy ilman koko sivun päivitystä</a:t>
            </a:r>
          </a:p>
        </p:txBody>
      </p:sp>
    </p:spTree>
    <p:extLst>
      <p:ext uri="{BB962C8B-B14F-4D97-AF65-F5344CB8AC3E}">
        <p14:creationId xmlns:p14="http://schemas.microsoft.com/office/powerpoint/2010/main" val="4097669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158</Words>
  <Application>Microsoft Office PowerPoint</Application>
  <PresentationFormat>Laajakuva</PresentationFormat>
  <Paragraphs>36</Paragraphs>
  <Slides>3</Slides>
  <Notes>0</Notes>
  <HiddenSlides>0</HiddenSlides>
  <MMClips>0</MMClips>
  <ScaleCrop>false</ScaleCrop>
  <HeadingPairs>
    <vt:vector size="6" baseType="variant">
      <vt:variant>
        <vt:lpstr>Käytetyt fontit</vt:lpstr>
      </vt:variant>
      <vt:variant>
        <vt:i4>3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Office-teema</vt:lpstr>
      <vt:lpstr>PowerPoint-esitys</vt:lpstr>
      <vt:lpstr>PowerPoint-esitys</vt:lpstr>
      <vt:lpstr>PowerPoint-esitys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Tomi Jokela</dc:creator>
  <cp:lastModifiedBy>Tomi Jokela</cp:lastModifiedBy>
  <cp:revision>1</cp:revision>
  <dcterms:created xsi:type="dcterms:W3CDTF">2026-04-28T11:41:10Z</dcterms:created>
  <dcterms:modified xsi:type="dcterms:W3CDTF">2026-04-28T12:15:22Z</dcterms:modified>
</cp:coreProperties>
</file>